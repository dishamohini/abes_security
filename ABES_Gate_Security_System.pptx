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00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ABES Gate Security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D4AF37"/>
                </a:solidFill>
                <a:latin typeface="Segoe UI"/>
              </a:defRPr>
            </a:pPr>
            <a:r>
              <a:t>Next-Generation Smart Visitor &amp; Access Management</a:t>
            </a:r>
            <a:br/>
            <a:r>
              <a:t>Secure. Seamless. Smart.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00020"/>
                </a:solidFill>
                <a:latin typeface="Segoe UI"/>
              </a:defRPr>
            </a:pPr>
            <a:r>
              <a:t>The Access Control Challenge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Why traditional campus entry registers are failing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374904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85FF"/>
                </a:solidFill>
                <a:latin typeface="Segoe UI"/>
              </a:defRPr>
            </a:pPr>
            <a:r>
              <a:t>KEY TAKEAWAY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Manual registers are slow, fakeable, and completely lack secure verification.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The Problem: Manual Paper Registries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Paper logbooks cause congestion at gates, are easily faked, and make searching records or tracking overstays impossible.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Security Risks of Fake ID Proofs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Traditional checks rely on visual inspection, which cannot verify if Aadhaar or details are authentic.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Communication Bottlenecks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Guards waste time calling HODs verbally, causing visitors to wait endlessly at reception.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00020"/>
                </a:solidFill>
                <a:latin typeface="Segoe UI"/>
              </a:defRPr>
            </a:pPr>
            <a:r>
              <a:t>Universal ID Scanning &amp; OCR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Fast visitor log enrollment with zero manual typing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374904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85FF"/>
                </a:solidFill>
                <a:latin typeface="Segoe UI"/>
              </a:defRPr>
            </a:pPr>
            <a:r>
              <a:t>KEY TAKEAWAY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Process visitor ID cards automatically in under 5 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Any ID Card is Welcome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Accept Aadhaar, PAN, Driving License, Voter Card, or Passports. No arbitrary ID limits remain.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AI-Powered OCR text extraction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Integrates Python EasyOCR running directly on the backend to fetch names and ID numbers instantly from the photo of the ID card.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Automatic Fraud Check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Guards scan, details are automatically populated, and validation checks run instantly to flag anomalies.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00020"/>
                </a:solidFill>
                <a:latin typeface="Segoe UI"/>
              </a:defRPr>
            </a:pPr>
            <a:r>
              <a:t>WhatsApp Quick Approvals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Instant one-click digital approvals for busy faculty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374904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85FF"/>
                </a:solidFill>
                <a:latin typeface="Segoe UI"/>
              </a:defRPr>
            </a:pPr>
            <a:r>
              <a:t>KEY TAKEAWAY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Faculty can authorize visitor check-ins directly from their WhatsApp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Seamless WhatsApp Delivery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Guards send a direct WhatsApp alert containing a secure, unguessable mobile quick-approval link to the host.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Zero Login Mobile Portal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Hosts open the link in their mobile browser, review the visitor's face photo, name, and purpose, and tap YES or NO.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Real-time Guard Status Check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As soon as the host decides, the guard's polling screen auto-refreshes in 4 seconds to print the gate pass.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00020"/>
                </a:solidFill>
                <a:latin typeface="Segoe UI"/>
              </a:defRPr>
            </a:pPr>
            <a:r>
              <a:t>Biometric Face Verification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Ensuring the correct visitor enters and exits the campus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374904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85FF"/>
                </a:solidFill>
                <a:latin typeface="Segoe UI"/>
              </a:defRPr>
            </a:pPr>
            <a:r>
              <a:t>KEY TAKEAWAY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Encrypted face matching prevents unauthorized entry and card-sharing scams.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Live Face Capture &amp; Verification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Guards capture the visitor's face photo using standard cameras, validating identity at check-in.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Military-Grade Biometric Encryption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Encrypts biometric data using secure AES-256-GCM. Face keys are encrypted and stored in Supabase.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Smart Exit Verification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Matches the live face with check-in records at check-out. Raises alerts if plate numbers or faces mismatch.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00020"/>
                </a:solidFill>
                <a:latin typeface="Segoe UI"/>
              </a:defRPr>
            </a:pPr>
            <a:r>
              <a:t>Role-Based Security Consoles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Personalized consoles built for different college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374904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85FF"/>
                </a:solidFill>
                <a:latin typeface="Segoe UI"/>
              </a:defRPr>
            </a:pPr>
            <a:r>
              <a:t>KEY TAKEAWAY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Consoles are optimized for security guards, faculty hosts, and compliance admins.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Security Guard Console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Allows checks of cards, stickers, OCR scanner, WhatsApp alerts, and instant passes.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Faculty Approver Console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Shows pending requests, logs, history, and toggle statuses.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Admin Oversight Dashboard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Provides real-time activity graphs, compliance data retention configurations, and full audit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00020"/>
                </a:solidFill>
                <a:latin typeface="Segoe UI"/>
              </a:defRPr>
            </a:pPr>
            <a:r>
              <a:t>Offline Mode &amp; Fail-Safe Synced Logs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Never stop operations even if college internet goes 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374904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85FF"/>
                </a:solidFill>
                <a:latin typeface="Segoe UI"/>
              </a:defRPr>
            </a:pPr>
            <a:r>
              <a:t>KEY TAKEAWAY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Keeps campus gates secure and traffic moving regardless of network dropouts.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Offline Verification &amp; Storage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Guards verify ID cards, stickers, and visitor logs locally, queuing them in secure local storage.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Background Sync Queue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Vite PWA automatically tracks network connectivity status (Online/Offline indicators).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Auto-Sync on Reconnect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Instantly pushes queued entry/exit logs to the Supabase cloud as soon as the network comes 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00020"/>
                </a:solidFill>
                <a:latin typeface="Segoe UI"/>
              </a:defRPr>
            </a:pPr>
            <a:r>
              <a:t>Flexible Theme Personalization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Three distinct visual themes configured dynamically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374904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85FF"/>
                </a:solidFill>
                <a:latin typeface="Segoe UI"/>
              </a:defRPr>
            </a:pPr>
            <a:r>
              <a:t>KEY TAKEAWAY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Swap color palettes instantly across all screens with a single tap.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Cyber Dark Theme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A high-fidelity dark glassmorphic look designed for high visibility at night.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Vibrant Light Theme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A clean, modern light look optimized for daytime guard operations.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ABES Corporate Theme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Features Burgundy/Maroon and Gold accents matching the college's official branding.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00020"/>
                </a:solidFill>
                <a:latin typeface="Segoe UI"/>
              </a:defRPr>
            </a:pPr>
            <a:r>
              <a:t>Modern Technical Stack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State-of-the-art technologies for security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374904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85FF"/>
                </a:solidFill>
                <a:latin typeface="Segoe UI"/>
              </a:defRPr>
            </a:pPr>
            <a:r>
              <a:t>KEY TAKEAWAY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 b="1">
                <a:solidFill>
                  <a:srgbClr val="1E293B"/>
                </a:solidFill>
                <a:latin typeface="Segoe UI"/>
              </a:defRPr>
            </a:pPr>
            <a:r>
              <a:t>Engineered for maximum reliability, speed, and standard compliance.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Frontend Framework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React with Vite (PWA) + Tailwind CSS + Lucide Icons for rapid loads and smooth animations.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Backend &amp; OCR Core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Node.js (Express, TypeScript) + Python EasyOCR (runs local CPU neural network text extraction).</a:t>
            </a:r>
          </a:p>
          <a:p>
            <a:pPr>
              <a:spcBef>
                <a:spcPts val="1600"/>
              </a:spcBef>
              <a:defRPr sz="2000" b="1">
                <a:solidFill>
                  <a:srgbClr val="800020"/>
                </a:solidFill>
                <a:latin typeface="Segoe UI"/>
              </a:defRPr>
            </a:pPr>
            <a:r>
              <a:t>•  Database &amp; Encryption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Segoe UI"/>
              </a:defRPr>
            </a:pPr>
            <a:r>
              <a:t>PostgreSQL database (Supabase Connection Pooler) + Prisma ORM + AES-256-GCM encryption.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00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Uncompromising Campus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D4AF37"/>
                </a:solidFill>
                <a:latin typeface="Segoe UI"/>
              </a:defRPr>
            </a:pPr>
            <a:r>
              <a:t>Summary of Advantages:</a:t>
            </a:r>
            <a:br/>
            <a:br/>
            <a:r>
              <a:t>• Safety: Instant overstay alerts, gate logs, and face verification.</a:t>
            </a:r>
            <a:br/>
            <a:r>
              <a:t>• Speed: Process guest entries in under 20 seconds.</a:t>
            </a:r>
            <a:br/>
            <a:r>
              <a:t>• Frictionless: WhatsApp quick approvals require zero faculty training.</a:t>
            </a:r>
            <a:br/>
            <a:r>
              <a:t>• Compliance: Full audit trail logs and custom database retention settings.</a:t>
            </a:r>
            <a:br/>
            <a:br/>
            <a:r>
              <a:t>Contact: ABES Engineering College 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